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BF0B-9522-97A2-CBDE-3E9D16545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66256-1DED-8624-9646-EE50289B0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CAE4-B253-618D-2F25-1FF88C8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86EC-4EFA-721E-3E57-20F876BD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FE74E-D87A-DAC9-4609-1E37C2E1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6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71E9-ECCF-6CAF-B361-BF32D35B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D4A4-1D28-7A66-9E3B-B3C6156C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E34A0-3C43-5B8C-133C-6C0F6AFC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2EF71-90E0-1A6D-64AC-F616007F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88EB5-644A-5938-6930-A5F0CE94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2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11D2-D7E8-A09E-A59D-615B0335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F0D8B-C14A-5B26-9597-4285E4D86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6C25D-C870-CCEE-A8A0-AC05A63C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35B5-66AC-C828-994C-8B803F5D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FF43-3C2D-F968-7C00-2CF339C5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9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14FF-2384-3C63-E81C-3872B6DD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5E401-306D-A664-E43C-C13385F78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D3BDA-EF52-F065-FE5D-06DAD249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66979-910E-3B15-555C-41D43A01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41802-D1F4-4122-B76A-124B22EC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3846E-897B-6DE6-C983-7FCBFA84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2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04C1-2F36-F0D5-CB7B-9D7AAB47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D7A43-D715-960D-DCDE-17A20EC85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65719-7C6E-F42B-13CE-9FAFEE56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8F3B7-9326-D7B3-16BD-B8E198DD0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5E4C9-3EEA-2161-4FF3-D09CB4086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EE6EC-1709-C379-CC9D-83D7878B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D8360-B6BE-D5F3-BAC1-B1DAC2F2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7087B-9E00-9059-D325-54C92681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68B3-7AC0-7A33-AAD9-F489092F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2A6B0-65AE-3534-BAA4-8D5D0C92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F8029-76FD-EEA1-31FD-46723022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010F4-21B3-68CF-B89F-19E016CE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0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0C4FD-9C64-D6AF-1402-FA6EAC59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FAAA4-557F-037E-E4BF-9CA5E69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8CB4D-2344-7ECC-BE9D-01D4C1E5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B080-632A-0D07-86D8-E16E97FF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6CF2B-0B52-C188-C0C6-EE280294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A647B-A398-1FEA-3B3F-ED7704669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14332-6E77-DC5F-B7F7-45C830B0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2D791-87F6-65DD-2022-77242801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1F1D-D4AC-E9A8-02F8-B24970EE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E8A1-7559-F16D-FEA8-FFA0A61A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E8F39-E80B-B697-CC98-B87B68623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1DEB5-24FE-1805-3309-085BAB756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7882B-66C3-03B0-A391-394FD144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B2CBE-0C11-D493-06C7-D2552358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703CF-FF93-EC25-4742-CE9F4F8C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6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39B4-BA52-573A-2ED9-C27554E9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CAC56-D666-0EB5-F4D6-5D783A2AA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8FF0-31DE-CDFB-36EF-1A487F78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4727-F849-BCF5-074E-97BD5384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50A47-0FD6-3F02-EE2C-9ACA47FE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5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362E8-08B2-3C1D-CAB0-301D8A922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3F342-F473-EEDA-3261-268FF4CD9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4C7C3-30AF-EB62-D03C-7D5ED0C7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652CC-2AB4-2C53-A2C3-B91F284E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CEC1A-2FAE-C51A-60F7-44E91726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93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55682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33507-B446-5438-7B50-95EFD86F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96321-7EBF-8101-E464-74770D84C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2519E-850F-5FAD-52A3-35383DA61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12CAF-0086-4FF0-ACF2-83F496B6DFD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1794-F236-8012-28DA-40C1C7BFF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09F1-98A3-70B5-B913-598D2DD00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08936-0C1C-4D49-8FD0-CE3C1716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2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E5AF-4658-7BD5-6884-66F8693C3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Open the Valve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on the Fire Hose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36A64-63CC-4872-5672-2FD4B9EEA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Poster Session Triptych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A.I. Expo, BYU-Idaho, 9 May 2024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Carl Gibbons, Instructor, Computer Science &amp; Engineering Dept.</a:t>
            </a:r>
          </a:p>
        </p:txBody>
      </p:sp>
    </p:spTree>
    <p:extLst>
      <p:ext uri="{BB962C8B-B14F-4D97-AF65-F5344CB8AC3E}">
        <p14:creationId xmlns:p14="http://schemas.microsoft.com/office/powerpoint/2010/main" val="197986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92E64-A68B-8CA7-B3C6-044F7C8E76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Object-Oriented principles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A8207-997F-319E-7F6D-676D3ECA779B}"/>
              </a:ext>
            </a:extLst>
          </p:cNvPr>
          <p:cNvSpPr txBox="1"/>
          <p:nvPr/>
        </p:nvSpPr>
        <p:spPr>
          <a:xfrm>
            <a:off x="1268392" y="1054728"/>
            <a:ext cx="965520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Four principles: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sz="2000" b="1" i="1" dirty="0"/>
              <a:t>Encapsulation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sz="2000" b="1" i="1" dirty="0"/>
              <a:t>Abstraction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sz="2000" b="1" i="1" dirty="0"/>
              <a:t>Inheritance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sz="2000" b="1" i="1" dirty="0"/>
              <a:t>Polymorphism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In-class exercise: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use your favorite search engine to search for short tutorials about each of these object-oriented principles, 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prompt your favorite LLM chatbot to teach you a short tutorial about each of these four concepts.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00FFFF"/>
                </a:highlight>
              </a:rPr>
              <a:t>Note</a:t>
            </a:r>
            <a:r>
              <a:rPr lang="en-US" sz="2000" dirty="0"/>
              <a:t>: Be patient. OO is not learned quickly! These four principles are highly interrelated, and most people only gradually come to understand them over an extended time while working with object-oriented software. It may take several weeks of upcoming study in this course before some of these principles start to make sense.</a:t>
            </a:r>
          </a:p>
        </p:txBody>
      </p:sp>
    </p:spTree>
    <p:extLst>
      <p:ext uri="{BB962C8B-B14F-4D97-AF65-F5344CB8AC3E}">
        <p14:creationId xmlns:p14="http://schemas.microsoft.com/office/powerpoint/2010/main" val="26127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46BD8E-93D5-CBB5-0175-4A7F13A137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A CSE 210 “First Day of Class” 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05798-C198-AA4A-AC47-95234518007C}"/>
              </a:ext>
            </a:extLst>
          </p:cNvPr>
          <p:cNvSpPr txBox="1"/>
          <p:nvPr/>
        </p:nvSpPr>
        <p:spPr>
          <a:xfrm>
            <a:off x="323529" y="1063756"/>
            <a:ext cx="57724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Purpose: encourage students to expose themselves to an “all at once” overview of the entire course.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Exercise: invite students to use their search engines and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genAI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chatbots to get a “fire hose” dose of information about every topic that will be covered in the course.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Expectations: During eight subsequent weeks of the semester, the students should anticipate that we’ll go back and study the same topics at a more deliberate pace: two weeks for each object-oriented principle, following our systematically designed curriculum. Students are encouraged to continue to engage with their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genAI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chatbots, in order to supplement their study by diving deeper and “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geeking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out.”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FD29D-84B1-1DEA-6D4E-4119733E7FC5}"/>
              </a:ext>
            </a:extLst>
          </p:cNvPr>
          <p:cNvSpPr txBox="1"/>
          <p:nvPr/>
        </p:nvSpPr>
        <p:spPr>
          <a:xfrm>
            <a:off x="6096000" y="1063755"/>
            <a:ext cx="57724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Some suggested search engines: DuckDuckGo, Bing, Google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Some suggested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genAI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chatbots: Anthropic Claude, Google Gemini, Microsoft CoPilot, OpenAI ChatGPT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Some examples of successful short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genAI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chat prompts shared by students: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“Show me code samples that illustrate Abstraction in object-oriented programming.”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“Explain the object-oriented principle of Encapsulation to me as if I were five years old.”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“Teach me how Polymorphism relates to the other three concepts (Abstraction, Encapsulation, Inheritance).”</a:t>
            </a:r>
          </a:p>
        </p:txBody>
      </p:sp>
    </p:spTree>
    <p:extLst>
      <p:ext uri="{BB962C8B-B14F-4D97-AF65-F5344CB8AC3E}">
        <p14:creationId xmlns:p14="http://schemas.microsoft.com/office/powerpoint/2010/main" val="310365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355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Open the Valve on the Fire Hose</vt:lpstr>
      <vt:lpstr>PowerPoint Presentation</vt:lpstr>
      <vt:lpstr>PowerPoint Presentation</vt:lpstr>
    </vt:vector>
  </TitlesOfParts>
  <Company>Brigham Young University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the Valve on the Fire Hose</dc:title>
  <dc:creator>Gibbons, Carl</dc:creator>
  <cp:lastModifiedBy>Gibbons, Carl</cp:lastModifiedBy>
  <cp:revision>1</cp:revision>
  <dcterms:created xsi:type="dcterms:W3CDTF">2024-05-06T19:58:52Z</dcterms:created>
  <dcterms:modified xsi:type="dcterms:W3CDTF">2024-05-06T21:03:25Z</dcterms:modified>
</cp:coreProperties>
</file>